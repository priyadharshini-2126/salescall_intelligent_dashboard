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CALL INTELLIGENCE &amp; ACTIVITY REVIEW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Review &amp; Conversation Intelligence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production-grade platform for sales managers to eliminate blind spots, enforce idempotent data imports, and automate explainable conversation routing.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36576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managers lack unified visibility across calls and meetings. Critical customer objections and overdue commitments get buried in unparsed notes, while repeated CRM imports cause data fragmentation.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301752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Objective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36576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an automated review queue prioritizing high-risk accounts and commercial expansion, guarantee safe repeated data ingestion without duplication, and preserve manual overrides with complete auditability.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3017520"/>
            <a:ext cx="24688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Solution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3657600"/>
            <a:ext cx="2103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Node.js + Express with SQLite persistence, transparent rule-based routing with explicit source evidence (no opaque black boxes), and cryptographic export manifests.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PATTERNS &amp; 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Baseline: Demonstration Dataset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Records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Ingested Conversations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173736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Records (40%)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8892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Queue (Critical/High)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Records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Follow-ups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629400" y="1737360"/>
            <a:ext cx="1828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18288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Records (30%)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22402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Positive Expansions/Renewals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834640"/>
            <a:ext cx="7680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1752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Activity Distribution &amp; Pipeline Observations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7472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Meeting vs. Call Duration Asymmetry: Meetings averaged 43.8 minutes (2,630s) while phone calls averaged 23.9 minutes (1,438s). Strategic enterprise renewals were concentrated in scheduled meetings.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406908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Escalation Clustering: Out of 4 active escalations, 3 occurred around technical architecture (HIPAA compliance, SSO directory integration, IoT gateway telemetry disconnects), indicating integration friction.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466344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Representative Workload Distribution: Sarah Lin (5) and Marcus Vance (5) handled 50% of conversations, while Elena Rostova logged highest proportion of positive closes (Acme, Vanguard, Northstar).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5257800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Follow-up Discipline Gap: 15% of records had follow-up required with missing or lapsed due dates (e.g. Zenith Logistics CONV-2026-113 past due since Oct 18).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ROUTING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Multi-Tier Rules &amp; Difficult Edge Case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749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Precedence Hierarchy &amp; Evidence Extraction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Conflict Detection: Flags contradictory outcomes (e.g. "completed" + severe cancellation threat) directly to Unclear / Manual Review queue.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Escalation Rule: Matches outcome = "customer_escalation" OR keywords (outage, freeze, dispute, HIPAA) -&gt; Priority Critical/High.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Follow-up Urgency: Calculates exact delta between follow_up_due_date and current time. Overdue -&gt; Critical. &lt;48h -&gt; High.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43434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Positive Opportunity: Completed calls with commercial expansion or renewal momentum -&gt; Priority Medium/High.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502920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 Closed/Disqualified: Lost deals or standard checks without open items -&gt; No follow-up needed (Priority Low).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737360"/>
            <a:ext cx="37490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9202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Decision: CONV-2026-109 (Horizon Media)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2860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Source Evidence: Rep Sarah Lin tagged outcome as "completed_successful" with follow_up_required = 0.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29718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Risk in Transcript: "Director of Operations stated competitor offered 30% lower rate card and threatened migration unless price matched by Friday."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36576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Why Naive Rules Fail: A simple outcome-based classifier would assign this to "No follow-up needed", losing the account.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43434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Engine Decision: Rule P1 detected conflict between "completed_successful" and cancellation risk ("threatened", "competitor"). Automatically routed to "Unclear; manual review required" with Low Confidence.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5029200"/>
            <a:ext cx="33832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Manager Action: Manager opens record, overrides category to "Customer concern or escalation", sets Priority to "Critical", and enters audit justification.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 &amp; LIFECYCLE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Idempotent Ingestion, Update Diffs, &amp; Conflict Policy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2468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Exact Duplicate Handling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identity matching via stable source_id.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all payload fields against database state.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record multiplication: Importing unchanged CSV 10x yields 0 new rows.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status logged with exact count of unchanged records.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737360"/>
            <a:ext cx="2468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Record Update &amp; Versioning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source_id matches but payload fields differ, the existing record is updated in place.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 version integer increments automatically (v1 -&gt; v2).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Field-level diffing logs exact oldValue -&gt; newValue in audit_log.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49834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historical continuity without creating orphaned rows.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737360"/>
            <a:ext cx="24688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Manual Correction Protection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3774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Policy: Once a sales manager corrects routing/priority (is_manually_overridden = 1), future re-imports do NOT blindly clobber the human decision.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fields update while human decision remains intact.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411480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historical audit trail tracks who, when, old/new value, and reason.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EVIDENCE-BACKED FINDINGS &amp; ARCHITECTURAL DECISIONS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Critical Findings &amp; One Rejected Alternative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768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1: High-Risk Compliance &amp; Billing Bottlenecks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IDs: CONV-2026-101 (NovaHealth HIPAA dispute), CONV-2026-102 (Apex Financial $14.2k overage). Both customers issued explicit contract freeze threats over administrative/security delays.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Establish cross-functional SLA requiring Legal and InfoSec bridge letters within 24 hours of escalation tagging.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880360"/>
            <a:ext cx="768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9718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2: Silent Churn Risk in Rep Self-Reporting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2278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ID: CONV-2026-109 (Horizon Media). Sales rep logged outcome as "completed_successful" despite customer delivering a 30% discount ultimatum by Friday.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14400" y="35387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Enforce conflicting-signal validation rules to automatically route contradictory summaries to manager triage.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7680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148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3: Follow-Up Slippage on High-Potential Pilots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3708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IDs: CONV-2026-113 (Zenith Logistics - overdue since Oct 18), CONV-2026-108 (Crestline Health - 3-week SSO implementation delay).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14400" y="46817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Activate automated priority escalation when follow-up dates lapse by &gt;48 hours without status change.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5303520"/>
            <a:ext cx="768096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7667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Architectural Decision: Fuzzy Automatic De-duplication Merging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14400" y="5605272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Rejected: Automatic fuzzy matching on customer names (e.g. "Acme Corp" vs "Acme Labs" or distinct subsidiary divisions) risks silently merging unrelated sales accounts, corrupting commercial deal histories. Selected Strategy: Require exact stable source_id or flag uncertain matches into a dedicated human confirmation queue.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2026-10-23T04:41:20Z</dcterms:created>
  <dcterms:modified xsi:type="dcterms:W3CDTF">2026-10-23T04:41:20Z</dcterms:modified>
</cp:coreProperties>
</file>